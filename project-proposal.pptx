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0"/>
  </p:normalViewPr>
  <p:slideViewPr>
    <p:cSldViewPr snapToGrid="0">
      <p:cViewPr varScale="1">
        <p:scale>
          <a:sx n="119" d="100"/>
          <a:sy n="119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1924C-E39E-6377-B408-6D2E9F3EE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112464-29F9-D1EB-0432-A6E925734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4D23C-E6D4-1D0E-BF0B-D9689CCCA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8E18-AB71-124B-AB86-A1BB98205987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8B4CD-DB22-BAD2-EFA2-95CF3679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3322D-BF66-46E0-4419-B75F4E6C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BE16-0099-3C4B-B8E8-A6A896636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80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EF0AB-3F7B-8A59-C1F6-8D7177875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C1C12-31B1-A048-DD02-A9BAA15D8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C4F88-5F04-782B-0798-E7C9B9526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8E18-AB71-124B-AB86-A1BB98205987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77BA8-1DB5-2A4C-0B40-40C73EB76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A7519-743A-BC39-4B2D-859C540F0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BE16-0099-3C4B-B8E8-A6A896636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84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59E9F-686C-23F2-AFC3-01EEE32C0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B280A-6644-4AD0-4713-8990F80EA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B6C69-8909-F99F-1AF0-059E5444C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8E18-AB71-124B-AB86-A1BB98205987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74D9D-4415-3C94-3A4B-279D8B7EA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ABCBE-A18F-5288-9912-ADAD60EDE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BE16-0099-3C4B-B8E8-A6A896636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19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25C0-5A9F-FC78-63A4-1B556FB08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532F5-39DC-BB54-2508-2DA9C492CE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1834E-3C2E-3D57-0A1F-02DE375A8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5F925-00E9-ACD4-67DC-4C190331A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8E18-AB71-124B-AB86-A1BB98205987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3CAC6-78CE-6A52-967D-8693C6AE8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85C79-BBDF-061A-F1A6-A1843A889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BE16-0099-3C4B-B8E8-A6A896636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2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E50AF-A567-9EA4-AED7-1B3D106D5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B9CF5-587E-4D58-7A0A-2C6B1A88E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BAFF57-E13A-FD09-1896-597EE3481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44C9D5-CC57-CEC3-EDAE-E3FA6AA0C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C3619-6C0C-491D-E385-5DFC6B6326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BAB803-7480-4265-F4BD-B3F702760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8E18-AB71-124B-AB86-A1BB98205987}" type="datetimeFigureOut">
              <a:rPr lang="en-US" smtClean="0"/>
              <a:t>2/14/26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21182F-DA60-9C2E-B77E-84AE3817E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903383-DE11-3084-9C9B-25A802A11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BE16-0099-3C4B-B8E8-A6A896636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964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76A14-9D99-3BF8-FC04-70EF70B16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394DCE-D654-906B-326A-A394C94B7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8E18-AB71-124B-AB86-A1BB98205987}" type="datetimeFigureOut">
              <a:rPr lang="en-US" smtClean="0"/>
              <a:t>2/14/26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85F7E3-F1A9-9DD7-5A61-213ED53F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3F08F-B69E-2F7C-DF62-FA39F74E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BE16-0099-3C4B-B8E8-A6A896636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930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5BFD0C-7A19-E644-D487-90DFBF242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8E18-AB71-124B-AB86-A1BB98205987}" type="datetimeFigureOut">
              <a:rPr lang="en-US" smtClean="0"/>
              <a:t>2/14/26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949918-78B8-836A-9BA5-15D98CF63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D2AFB-780E-5BF4-255B-ACB42758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BE16-0099-3C4B-B8E8-A6A896636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6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02AD6-D0EA-E54A-FB1F-F5DF28966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E0CD4-9100-5053-9233-FE63E9462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BF2E9-8748-49DC-B8B2-D38051249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C72DE-8567-DE6E-3727-D1F2CFFEF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8E18-AB71-124B-AB86-A1BB98205987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6EFDC-9349-03F3-7D7E-06C0FFE8C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4F1DC-BEAF-85DF-A2F7-D953BEFC9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BE16-0099-3C4B-B8E8-A6A896636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8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D5EFF-CCFE-058F-458A-0901F3671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9D58F-48C7-EB40-5B5D-6D72292F74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D51783-0837-9B69-63FF-1858F41FA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E8C08-2393-5216-9913-D3B27AA58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8E18-AB71-124B-AB86-A1BB98205987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14E99-F1DC-1CD6-ED16-437A666CB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22023-89C4-EA35-F9EA-14A39E5C9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BE16-0099-3C4B-B8E8-A6A896636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63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DBA21-AF41-3DE7-5E9A-46FF704A8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46510-E24B-C2BA-B364-E83BAD9C56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FD065-7DB4-5787-0E6B-2E8962D6C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8E18-AB71-124B-AB86-A1BB98205987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0FA8B-4067-A414-2292-CB51CC2F1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D1D44-D3C2-2A50-CA37-BE9BD32E8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BE16-0099-3C4B-B8E8-A6A896636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55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11FBDE-6F90-E92A-5331-E0449016B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922722-6A8B-33B4-408D-341D9ADE6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276CF-0CA9-9105-514D-8021CDA0C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8E18-AB71-124B-AB86-A1BB98205987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AB785-B44F-0E0D-5271-536262CB6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BD86B-8FF0-7BED-79BE-C439DDF6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BE16-0099-3C4B-B8E8-A6A896636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47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9C1057-ADA7-24C7-26C9-D06F4CF15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080D1-33EB-9F57-C6C9-362F44F6B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04516-E7A7-34CB-8EAD-819B275091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F8E18-AB71-124B-AB86-A1BB98205987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E9DF2-6766-3F28-D019-563D935A1A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ACF5E-0B20-1C83-F30E-358BA3976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2BE16-0099-3C4B-B8E8-A6A896636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0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Fire and smoke">
            <a:extLst>
              <a:ext uri="{FF2B5EF4-FFF2-40B4-BE49-F238E27FC236}">
                <a16:creationId xmlns:a16="http://schemas.microsoft.com/office/drawing/2014/main" id="{EE8DDE89-7227-86FD-35B9-B717CC13D6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4756" b="974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B33A81-B47D-AA31-9129-5CC3C4C6E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914402"/>
            <a:ext cx="10515600" cy="2985923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Clustering and Spatiotemporal Network Analysis of California Wildfires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EDE2B-3C09-D6A4-D990-DBD262801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072040"/>
            <a:ext cx="10515600" cy="13843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Thanshith Kannedari </a:t>
            </a:r>
          </a:p>
          <a:p>
            <a:r>
              <a:rPr lang="en-US" dirty="0">
                <a:solidFill>
                  <a:srgbClr val="FFFFFF"/>
                </a:solidFill>
              </a:rPr>
              <a:t>Sai Bhavani Bandla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80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A086E-6953-B137-30DF-711B5C4FA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dirty="0"/>
              <a:t>Our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Subnetwork</a:t>
            </a:r>
            <a:endParaRPr lang="en-US" sz="5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39D83C-EF45-A0D8-EF3C-CFAD89CA22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83522"/>
            <a:ext cx="6966972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Wildfire events occurring in: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Region: California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period: 2010–2024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consists of recorded wildfire incidents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wildfire event is treated as a node in the network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732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52F132-870C-A920-759F-BE27074E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Features</a:t>
            </a:r>
            <a:endParaRPr lang="en-US" sz="5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952F82-019F-FE51-F385-C60612265B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34841"/>
            <a:ext cx="650851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will our graph be constructed?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Individual wildfire events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Spatiotemporal relationships between fires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Fires are connected if they occur: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Close in geographic space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Close in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444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CFEFC-DD0A-9626-1179-53E49EE42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670829"/>
            <a:ext cx="10515600" cy="1005755"/>
          </a:xfrm>
        </p:spPr>
        <p:txBody>
          <a:bodyPr>
            <a:noAutofit/>
          </a:bodyPr>
          <a:lstStyle/>
          <a:p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Nodes &amp; Links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B94B47-06D9-9BC4-3A0E-3F56BBAC19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11676"/>
            <a:ext cx="10514076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node represents one wildfire event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 size based on fire size or duration (when available)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Weighted and undirected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 weight reflects strength of spatiotemporal association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56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9404F-34E1-8833-57BA-DE9AD5E39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of the Network</a:t>
            </a:r>
            <a:endParaRPr lang="en-US" sz="5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183FDC-1B98-F245-2273-9CCBCC708B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04777"/>
            <a:ext cx="8794395" cy="2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regions with recurring wildfire activity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Examine relationships between wildfire events across space and time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influential or central wildfire events using network metrics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insight beyond traditional spatial mapping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256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7105D-FE32-DE61-F3D6-F126CC508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7756" y="229896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THANK YOU </a:t>
            </a:r>
          </a:p>
          <a:p>
            <a:pPr marL="0" indent="0"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 ? </a:t>
            </a:r>
          </a:p>
        </p:txBody>
      </p:sp>
    </p:spTree>
    <p:extLst>
      <p:ext uri="{BB962C8B-B14F-4D97-AF65-F5344CB8AC3E}">
        <p14:creationId xmlns:p14="http://schemas.microsoft.com/office/powerpoint/2010/main" val="4122684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24</TotalTime>
  <Words>155</Words>
  <Application>Microsoft Macintosh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Times New Roman</vt:lpstr>
      <vt:lpstr>Office Theme</vt:lpstr>
      <vt:lpstr>A Clustering and Spatiotemporal Network Analysis of California Wildfires</vt:lpstr>
      <vt:lpstr>Our Subnetwork</vt:lpstr>
      <vt:lpstr>Network Features</vt:lpstr>
      <vt:lpstr>Our Nodes &amp; Links </vt:lpstr>
      <vt:lpstr>Goal of the Network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Kannedari, Thanshith</dc:creator>
  <cp:lastModifiedBy>Kannedari, Thanshith</cp:lastModifiedBy>
  <cp:revision>1</cp:revision>
  <dcterms:created xsi:type="dcterms:W3CDTF">2026-02-15T05:48:44Z</dcterms:created>
  <dcterms:modified xsi:type="dcterms:W3CDTF">2026-02-15T06:12:55Z</dcterms:modified>
</cp:coreProperties>
</file>